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99028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11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iUDM6Ae9C3YrxVlldXvCL2TFIM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19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ont Cover">
  <p:cSld name="Front Cover">
    <p:bg>
      <p:bgPr>
        <a:solidFill>
          <a:srgbClr val="F2F2F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"/>
          <p:cNvSpPr/>
          <p:nvPr/>
        </p:nvSpPr>
        <p:spPr>
          <a:xfrm>
            <a:off x="449468" y="450000"/>
            <a:ext cx="1282022" cy="198000"/>
          </a:xfrm>
          <a:custGeom>
            <a:rect b="b" l="l" r="r" t="t"/>
            <a:pathLst>
              <a:path extrusionOk="0" h="334" w="2179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r>
              <a:t/>
            </a:r>
            <a:endParaRPr b="0" i="0" sz="195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5631" y="6141164"/>
            <a:ext cx="1371564" cy="4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6"/>
          <p:cNvSpPr/>
          <p:nvPr/>
        </p:nvSpPr>
        <p:spPr>
          <a:xfrm>
            <a:off x="990000" y="4320000"/>
            <a:ext cx="58325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Artificial Intelligence Course</a:t>
            </a:r>
            <a:endParaRPr b="0" i="0" sz="2400" u="none" cap="none" strike="noStrike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6"/>
          <p:cNvSpPr/>
          <p:nvPr/>
        </p:nvSpPr>
        <p:spPr>
          <a:xfrm>
            <a:off x="724689" y="4320000"/>
            <a:ext cx="54000" cy="360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6"/>
          <p:cNvSpPr txBox="1"/>
          <p:nvPr>
            <p:ph idx="1" type="body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0936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b="0" i="0" sz="2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536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b="0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836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836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836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836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836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836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6"/>
          <p:cNvSpPr txBox="1"/>
          <p:nvPr>
            <p:ph type="title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able of Contents2">
  <p:cSld name="3_Table of Contents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588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7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" name="Google Shape;21;p7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7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able of Contents">
  <p:cSld name="2_Table of Conten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oogle Shape;25;p8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" name="Google Shape;26;p8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8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28" name="Google Shape;28;p8"/>
          <p:cNvSpPr txBox="1"/>
          <p:nvPr>
            <p:ph type="title"/>
          </p:nvPr>
        </p:nvSpPr>
        <p:spPr>
          <a:xfrm>
            <a:off x="449468" y="1440000"/>
            <a:ext cx="8541187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99"/>
              <a:buFont typeface="Arial"/>
              <a:buNone/>
              <a:defRPr b="0" i="0" sz="17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0936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b="0" i="0" sz="2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536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b="0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836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836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836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836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836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836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2" type="body"/>
          </p:nvPr>
        </p:nvSpPr>
        <p:spPr>
          <a:xfrm>
            <a:off x="790000" y="450001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99"/>
              <a:buFont typeface="Arial"/>
              <a:buNone/>
              <a:defRPr b="0" i="0" sz="17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0936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b="0" i="0" sz="2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536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b="0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836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836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836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836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836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836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8"/>
          <p:cNvSpPr txBox="1"/>
          <p:nvPr>
            <p:ph idx="3" type="body"/>
          </p:nvPr>
        </p:nvSpPr>
        <p:spPr>
          <a:xfrm>
            <a:off x="9112825" y="480779"/>
            <a:ext cx="34062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0936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b="0" i="0" sz="2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536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b="0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836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836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836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836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836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836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8"/>
          <p:cNvSpPr txBox="1"/>
          <p:nvPr>
            <p:ph idx="4" type="body"/>
          </p:nvPr>
        </p:nvSpPr>
        <p:spPr>
          <a:xfrm>
            <a:off x="8740667" y="480779"/>
            <a:ext cx="46785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0936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b="0" i="0" sz="2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536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b="0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836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836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836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836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836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836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8"/>
          <p:cNvSpPr txBox="1"/>
          <p:nvPr>
            <p:ph idx="5" type="body"/>
          </p:nvPr>
        </p:nvSpPr>
        <p:spPr>
          <a:xfrm>
            <a:off x="522288" y="2221661"/>
            <a:ext cx="805543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1945" lvl="0" marL="457200" marR="0" rtl="0" algn="l">
              <a:lnSpc>
                <a:spcPct val="128571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7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4640" lvl="1" marL="914400" marR="0" rtl="0" algn="l">
              <a:lnSpc>
                <a:spcPct val="138461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040"/>
              <a:buFont typeface="Arial"/>
              <a:buChar char="•"/>
              <a:defRPr b="0" i="0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536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b="0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836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836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836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836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836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836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8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st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" y="4395"/>
            <a:ext cx="9899651" cy="685360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9"/>
          <p:cNvSpPr/>
          <p:nvPr/>
        </p:nvSpPr>
        <p:spPr>
          <a:xfrm>
            <a:off x="2" y="0"/>
            <a:ext cx="9899651" cy="6858000"/>
          </a:xfrm>
          <a:prstGeom prst="rect">
            <a:avLst/>
          </a:prstGeom>
          <a:solidFill>
            <a:srgbClr val="1428A0">
              <a:alpha val="8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9"/>
          <p:cNvSpPr/>
          <p:nvPr/>
        </p:nvSpPr>
        <p:spPr>
          <a:xfrm>
            <a:off x="449468" y="5677032"/>
            <a:ext cx="9000714" cy="730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ⓒ2023 SAMSUNG. All rights reserved.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Electronics Corporate Citizenship Office holds the copyright of book.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book is a literary property protected by copyright law so reprint and reproduction without permission are prohibited.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use this book other than the curriculum of Samsung Innovation Campus or to use the entire or part of this book, you must receive written consent from copyright holder.</a:t>
            </a:r>
            <a:endParaRPr/>
          </a:p>
        </p:txBody>
      </p:sp>
      <p:pic>
        <p:nvPicPr>
          <p:cNvPr id="39" name="Google Shape;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1822" y="3022951"/>
            <a:ext cx="2476006" cy="81209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449468" y="450000"/>
            <a:ext cx="1290568" cy="198000"/>
          </a:xfrm>
          <a:custGeom>
            <a:rect b="b" l="l" r="r" t="t"/>
            <a:pathLst>
              <a:path extrusionOk="0" h="334" w="2179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r>
              <a:t/>
            </a:r>
            <a:endParaRPr sz="19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42;p10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" name="Google Shape;43;p10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0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45" name="Google Shape;45;p10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5">
          <p15:clr>
            <a:srgbClr val="FBAE40"/>
          </p15:clr>
        </p15:guide>
        <p15:guide id="2" pos="595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able of Contents2">
  <p:cSld name="2_Table of Contents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588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" name="Google Shape;48;p11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" name="Google Shape;49;p11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1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51" name="Google Shape;51;p11"/>
          <p:cNvSpPr/>
          <p:nvPr/>
        </p:nvSpPr>
        <p:spPr>
          <a:xfrm>
            <a:off x="990000" y="4157757"/>
            <a:ext cx="3563339" cy="323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AI Course</a:t>
            </a:r>
            <a:endParaRPr sz="2100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1"/>
          <p:cNvSpPr/>
          <p:nvPr/>
        </p:nvSpPr>
        <p:spPr>
          <a:xfrm>
            <a:off x="720000" y="2095275"/>
            <a:ext cx="60008" cy="175936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1"/>
          <p:cNvSpPr/>
          <p:nvPr/>
        </p:nvSpPr>
        <p:spPr>
          <a:xfrm>
            <a:off x="720000" y="4157757"/>
            <a:ext cx="60008" cy="323165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1"/>
          <p:cNvSpPr txBox="1"/>
          <p:nvPr>
            <p:ph type="title"/>
          </p:nvPr>
        </p:nvSpPr>
        <p:spPr>
          <a:xfrm>
            <a:off x="990000" y="2095275"/>
            <a:ext cx="5221019" cy="1354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990000" y="3577645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0936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b="0" i="0" sz="2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536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b="0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836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836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836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836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836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836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able of Contents">
  <p:cSld name="3_Table of Conten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2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" name="Google Shape;59;p12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2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61" name="Google Shape;61;p12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able of Contents">
  <p:cSld name="1_Table of Conten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64;p13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" name="Google Shape;65;p13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5955">
          <p15:clr>
            <a:srgbClr val="FBAE40"/>
          </p15:clr>
        </p15:guide>
        <p15:guide id="3" pos="28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">
  <p:cSld name="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4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" name="Google Shape;70;p14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cxnSp>
        <p:nvCxnSpPr>
          <p:cNvPr id="72" name="Google Shape;72;p14"/>
          <p:cNvCxnSpPr/>
          <p:nvPr/>
        </p:nvCxnSpPr>
        <p:spPr>
          <a:xfrm>
            <a:off x="449468" y="900000"/>
            <a:ext cx="9000714" cy="0"/>
          </a:xfrm>
          <a:prstGeom prst="straightConnector1">
            <a:avLst/>
          </a:prstGeom>
          <a:noFill/>
          <a:ln cap="flat" cmpd="sng" w="15875">
            <a:solidFill>
              <a:srgbClr val="0924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" name="Google Shape;73;p14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ody">
  <p:cSld name="1_Body">
    <p:bg>
      <p:bgPr>
        <a:solidFill>
          <a:srgbClr val="F2F2F2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449468" y="450000"/>
            <a:ext cx="1282022" cy="198000"/>
          </a:xfrm>
          <a:custGeom>
            <a:rect b="b" l="l" r="r" t="t"/>
            <a:pathLst>
              <a:path extrusionOk="0" h="334" w="2179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r>
              <a:t/>
            </a:r>
            <a:endParaRPr sz="19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5631" y="6141164"/>
            <a:ext cx="1371564" cy="4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/>
          <p:nvPr>
            <p:ph idx="1" type="body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lang="en-US"/>
              <a:t>Team Name</a:t>
            </a:r>
            <a:endParaRPr/>
          </a:p>
        </p:txBody>
      </p:sp>
      <p:sp>
        <p:nvSpPr>
          <p:cNvPr id="83" name="Google Shape;83;p1"/>
          <p:cNvSpPr txBox="1"/>
          <p:nvPr>
            <p:ph type="title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/>
              <a:t>Project</a:t>
            </a:r>
            <a:br>
              <a:rPr lang="en-US"/>
            </a:br>
            <a:r>
              <a:rPr lang="en-US"/>
              <a:t>Name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/>
          <p:cNvGrpSpPr/>
          <p:nvPr/>
        </p:nvGrpSpPr>
        <p:grpSpPr>
          <a:xfrm>
            <a:off x="710836" y="1892040"/>
            <a:ext cx="4379913" cy="1216982"/>
            <a:chOff x="4181256" y="3224809"/>
            <a:chExt cx="4379913" cy="1216982"/>
          </a:xfrm>
        </p:grpSpPr>
        <p:sp>
          <p:nvSpPr>
            <p:cNvPr id="89" name="Google Shape;89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Unit 1. Title</a:t>
              </a: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193EB0"/>
                  </a:solidFill>
                  <a:latin typeface="Arial"/>
                  <a:ea typeface="Arial"/>
                  <a:cs typeface="Arial"/>
                  <a:sym typeface="Arial"/>
                </a:rPr>
                <a:t>1.1. Subtitle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1.2. Subtitle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1.3. Subtitle</a:t>
              </a:r>
              <a:endParaRPr/>
            </a:p>
          </p:txBody>
        </p:sp>
      </p:grpSp>
      <p:grpSp>
        <p:nvGrpSpPr>
          <p:cNvPr id="92" name="Google Shape;92;p2"/>
          <p:cNvGrpSpPr/>
          <p:nvPr/>
        </p:nvGrpSpPr>
        <p:grpSpPr>
          <a:xfrm>
            <a:off x="710836" y="3266753"/>
            <a:ext cx="4379913" cy="1216982"/>
            <a:chOff x="4181256" y="3224809"/>
            <a:chExt cx="4379913" cy="1216982"/>
          </a:xfrm>
        </p:grpSpPr>
        <p:sp>
          <p:nvSpPr>
            <p:cNvPr id="93" name="Google Shape;93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Unit 2. Title</a:t>
              </a: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193EB0"/>
                  </a:solidFill>
                  <a:latin typeface="Arial"/>
                  <a:ea typeface="Arial"/>
                  <a:cs typeface="Arial"/>
                  <a:sym typeface="Arial"/>
                </a:rPr>
                <a:t>2.1. Subtitle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2.2. Subtitle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2.3. Subtitle</a:t>
              </a:r>
              <a:endParaRPr/>
            </a:p>
          </p:txBody>
        </p:sp>
      </p:grpSp>
      <p:grpSp>
        <p:nvGrpSpPr>
          <p:cNvPr id="96" name="Google Shape;96;p2"/>
          <p:cNvGrpSpPr/>
          <p:nvPr/>
        </p:nvGrpSpPr>
        <p:grpSpPr>
          <a:xfrm>
            <a:off x="710836" y="4641466"/>
            <a:ext cx="4379913" cy="1216982"/>
            <a:chOff x="4181256" y="3224809"/>
            <a:chExt cx="4379913" cy="1216982"/>
          </a:xfrm>
        </p:grpSpPr>
        <p:sp>
          <p:nvSpPr>
            <p:cNvPr id="97" name="Google Shape;97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Unit 3. Title</a:t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193EB0"/>
                  </a:solidFill>
                  <a:latin typeface="Arial"/>
                  <a:ea typeface="Arial"/>
                  <a:cs typeface="Arial"/>
                  <a:sym typeface="Arial"/>
                </a:rPr>
                <a:t>3.1. Subtitle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3.2. Subtitle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3.3. Subtitle</a:t>
              </a:r>
              <a:endParaRPr/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449468" y="1440000"/>
            <a:ext cx="8541187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</a:pPr>
            <a:r>
              <a:rPr lang="en-US"/>
              <a:t>Slide Title</a:t>
            </a:r>
            <a:endParaRPr/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/>
              <a:t>1.1</a:t>
            </a:r>
            <a:endParaRPr/>
          </a:p>
        </p:txBody>
      </p:sp>
      <p:sp>
        <p:nvSpPr>
          <p:cNvPr id="107" name="Google Shape;107;p3"/>
          <p:cNvSpPr txBox="1"/>
          <p:nvPr>
            <p:ph idx="2" type="body"/>
          </p:nvPr>
        </p:nvSpPr>
        <p:spPr>
          <a:xfrm>
            <a:off x="790000" y="450001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/>
              <a:t>Subtitle</a:t>
            </a:r>
            <a:endParaRPr/>
          </a:p>
        </p:txBody>
      </p:sp>
      <p:sp>
        <p:nvSpPr>
          <p:cNvPr id="108" name="Google Shape;108;p3"/>
          <p:cNvSpPr txBox="1"/>
          <p:nvPr>
            <p:ph idx="3" type="body"/>
          </p:nvPr>
        </p:nvSpPr>
        <p:spPr>
          <a:xfrm>
            <a:off x="9112825" y="480779"/>
            <a:ext cx="34062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109" name="Google Shape;109;p3"/>
          <p:cNvSpPr txBox="1"/>
          <p:nvPr>
            <p:ph idx="4" type="body"/>
          </p:nvPr>
        </p:nvSpPr>
        <p:spPr>
          <a:xfrm>
            <a:off x="8740667" y="480779"/>
            <a:ext cx="46785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/>
              <a:t>UNIT</a:t>
            </a:r>
            <a:endParaRPr/>
          </a:p>
        </p:txBody>
      </p:sp>
      <p:sp>
        <p:nvSpPr>
          <p:cNvPr id="110" name="Google Shape;110;p3"/>
          <p:cNvSpPr txBox="1"/>
          <p:nvPr>
            <p:ph idx="5" type="body"/>
          </p:nvPr>
        </p:nvSpPr>
        <p:spPr>
          <a:xfrm>
            <a:off x="522288" y="2221661"/>
            <a:ext cx="805543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747" lvl="0" marL="177747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70"/>
              <a:buFont typeface="Arial"/>
              <a:buChar char="•"/>
            </a:pPr>
            <a:r>
              <a:rPr lang="en-US"/>
              <a:t>Level-1</a:t>
            </a:r>
            <a:endParaRPr/>
          </a:p>
          <a:p>
            <a:pPr indent="-182507" lvl="1" marL="360255" rtl="0" algn="l">
              <a:lnSpc>
                <a:spcPct val="138461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040"/>
              <a:buChar char="•"/>
            </a:pPr>
            <a:r>
              <a:rPr lang="en-US"/>
              <a:t>Level-2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5793967" y="5268499"/>
            <a:ext cx="2881575" cy="954970"/>
          </a:xfrm>
          <a:prstGeom prst="wedgeRectCallout">
            <a:avLst>
              <a:gd fmla="val 49389" name="adj1"/>
              <a:gd fmla="val 71166" name="adj2"/>
            </a:avLst>
          </a:prstGeom>
          <a:solidFill>
            <a:srgbClr val="FFFF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edit project name and page number in slide master.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2019-07-06T14:12:49Z</dcterms:created>
  <dc:creator>Soon Yong Chang</dc:creator>
</cp:coreProperties>
</file>